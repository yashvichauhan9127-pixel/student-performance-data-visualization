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Student Performance Data Visualization using Python</a:t>
            </a:r>
          </a:p>
          <a:p/>
          <a:p>
            <a:r>
              <a:t>Internship Project</a:t>
            </a:r>
          </a:p>
          <a:p>
            <a:r>
              <a:t>Name: Yashvi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visualization is the graphical representation of data to help understand patterns, trends, and insights.</a:t>
            </a:r>
          </a:p>
          <a:p>
            <a:r>
              <a:t>In this project, student performance data is analyzed using Python and visualized using different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Educational data is often difficult to interpret in raw format.</a:t>
            </a:r>
          </a:p>
          <a:p>
            <a:r>
              <a:t>Visualizing student marks, attendance, and study hours can help better understand academic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Analyze student academic data</a:t>
            </a:r>
          </a:p>
          <a:p>
            <a:r>
              <a:t>• Create visual representations of marks</a:t>
            </a:r>
          </a:p>
          <a:p>
            <a:r>
              <a:t>• Identify patterns between study hours and performance</a:t>
            </a:r>
          </a:p>
          <a:p>
            <a:r>
              <a:t>• Understand relationships between variables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</a:t>
            </a:r>
          </a:p>
          <a:p>
            <a:r>
              <a:t>• Jupyter Notebook</a:t>
            </a:r>
          </a:p>
          <a:p>
            <a:r>
              <a:t>• Pandas Library</a:t>
            </a:r>
          </a:p>
          <a:p>
            <a:r>
              <a:t>• Matplotlib Library</a:t>
            </a:r>
          </a:p>
          <a:p>
            <a:r>
              <a:t>• Seaborn Library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 includes the following fields:</a:t>
            </a:r>
          </a:p>
          <a:p>
            <a:r>
              <a:t>• Student Name</a:t>
            </a:r>
          </a:p>
          <a:p>
            <a:r>
              <a:t>• Maths Marks</a:t>
            </a:r>
          </a:p>
          <a:p>
            <a:r>
              <a:t>• Science Marks</a:t>
            </a:r>
          </a:p>
          <a:p>
            <a:r>
              <a:t>• English Marks</a:t>
            </a:r>
          </a:p>
          <a:p>
            <a:r>
              <a:t>• Attendance Percentage</a:t>
            </a:r>
          </a:p>
          <a:p>
            <a:r>
              <a:t>• Study Hours per Week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charts were created:</a:t>
            </a:r>
          </a:p>
          <a:p>
            <a:r>
              <a:t>• Bar Chart – comparison of student marks</a:t>
            </a:r>
          </a:p>
          <a:p>
            <a:r>
              <a:t>• Line Graph – trend of marks across subjects</a:t>
            </a:r>
          </a:p>
          <a:p>
            <a:r>
              <a:t>• Pie Chart – average marks distribution</a:t>
            </a:r>
          </a:p>
          <a:p>
            <a:r>
              <a:t>• Scatter Plot – study hours vs maths marks</a:t>
            </a:r>
          </a:p>
          <a:p>
            <a:r>
              <a:t>• Heatmap – correlation between variables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/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Students with higher study hours generally scored higher marks.</a:t>
            </a:r>
          </a:p>
          <a:p>
            <a:r>
              <a:t>• Attendance shows positive impact on performance.</a:t>
            </a:r>
          </a:p>
          <a:p>
            <a:r>
              <a:t>• Some subjects show similar performance patterns across students.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visualization helps transform raw data into meaningful insights.</a:t>
            </a:r>
          </a:p>
          <a:p>
            <a:r>
              <a:t>Using Python libraries makes it easy to analyze and visualize educational data.</a:t>
            </a:r>
          </a:p>
          <a:p>
            <a:r>
              <a:t>This project demonstrates how student performance trends can be identified.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your time.</a:t>
            </a:r>
          </a:p>
          <a:p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